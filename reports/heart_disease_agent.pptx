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Regressão Logística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Acurácia</c:v>
                  </c:pt>
                  <c:pt idx="1">
                    <c:v>Sensibilidade</c:v>
                  </c:pt>
                  <c:pt idx="2">
                    <c:v>Especificidade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</c:v>
                </c:pt>
                <c:pt idx="1">
                  <c:v>0.87</c:v>
                </c:pt>
                <c:pt idx="2">
                  <c:v>0.83</c:v>
                </c:pt>
                <c:pt idx="3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Acurácia</c:v>
                  </c:pt>
                  <c:pt idx="1">
                    <c:v>Sensibilidade</c:v>
                  </c:pt>
                  <c:pt idx="2">
                    <c:v>Especificidade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0.85</c:v>
                </c:pt>
                <c:pt idx="2">
                  <c:v>0.81</c:v>
                </c:pt>
                <c:pt idx="3">
                  <c:v>0.84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Acurácia</c:v>
                  </c:pt>
                  <c:pt idx="1">
                    <c:v>Sensibilidade</c:v>
                  </c:pt>
                  <c:pt idx="2">
                    <c:v>Especificidade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0.84</c:v>
                </c:pt>
                <c:pt idx="1">
                  <c:v>0.86</c:v>
                </c:pt>
                <c:pt idx="2">
                  <c:v>0.82</c:v>
                </c:pt>
                <c:pt idx="3">
                  <c:v>0.85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Acurácia</c:v>
                  </c:pt>
                  <c:pt idx="1">
                    <c:v>Sensibilidade</c:v>
                  </c:pt>
                  <c:pt idx="2">
                    <c:v>Especificidade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0.87</c:v>
                </c:pt>
                <c:pt idx="1">
                  <c:v>0.89</c:v>
                </c:pt>
                <c:pt idx="2">
                  <c:v>0.85</c:v>
                </c:pt>
                <c:pt idx="3">
                  <c:v>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EE2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EE2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5029200" y="5486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🫀 Agente Preditivo Especialista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Inteligência Artificial Generativa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estimativa de risco cardíaco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54864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Carla Londero Cazarotto  •  Vanessa da Silva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Heart Disease — Kaggle / UCI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 Motivação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8229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6309360" cy="749808"/>
          </a:xfrm>
          <a:prstGeom prst="roundRect">
            <a:avLst>
              <a:gd name="adj" fmla="val 1463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1155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Doenças cardíacas são a principal causa de mortalidade no mundo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6309360" cy="749808"/>
          </a:xfrm>
          <a:prstGeom prst="roundRect">
            <a:avLst>
              <a:gd name="adj" fmla="val 1463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0299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Diagnóstico precoce reduz riscos, mas exige análise clínica especializada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6309360" cy="749808"/>
          </a:xfrm>
          <a:prstGeom prst="roundRect">
            <a:avLst>
              <a:gd name="adj" fmla="val 1463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9443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Proposta: combinar ML + IA generativa para apoio à triagem médica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6309360" cy="749808"/>
          </a:xfrm>
          <a:prstGeom prst="roundRect">
            <a:avLst>
              <a:gd name="adj" fmla="val 1463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8587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Resultado em linguagem natural acessível, sem alucinar diagnósticos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Este projeto é acadêmico e NÃO substitui avaliação médica profissional.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Heart Disease (Kaggle / UCI)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82296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UCI Machine Learning Repository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pacientes  •  14 variáveis clínicas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914400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Clínicas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141732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— Sexo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Tipo de dor no peito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— Pressão arterial em repouso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— Colesterol sérico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 — Glicemia em jejum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restecg — ECG em repouso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— Frequência cardíaca máxima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 — Angina por exercício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— Depressão 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— Inclinação 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Nº de vasos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 — Talassemia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Diagnóstico (0/1)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2944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Análise Exploratória (EDA)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 Seaborn — distribuições, correlações e comparações entre grupos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notebooks/Vanessa_e_Ana_Ajuste_Heart_Disease_IA.ipynb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Geral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Notebook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(Etapa 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Treino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Algoritmos 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96281B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43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(Etapa 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Gemini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17A589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143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(Etapa 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783080"/>
            <a:ext cx="365760" cy="36576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78308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5760" y="32004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29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modelo_final.pkl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  •  metadados.json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108960" y="32004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2461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 probabilidade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852160" y="32004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9893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predição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explicação da IA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3.10+  •  FastAPI  •  Streamlit  •  Scikit-learn  •  Google Gemini API  •  Pydantic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A — Modelagem com Machine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2296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64592" cy="713232"/>
          </a:xfrm>
          <a:prstGeom prst="roundRect">
            <a:avLst>
              <a:gd name="adj" fmla="val 44444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Regressão Logística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interpretável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56232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56232"/>
            <a:ext cx="164592" cy="713232"/>
          </a:xfrm>
          <a:prstGeom prst="roundRect">
            <a:avLst>
              <a:gd name="adj" fmla="val 44444"/>
            </a:avLst>
          </a:prstGeom>
          <a:solidFill>
            <a:srgbClr val="0F346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947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KNN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2219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K via GridSearchCV + cross-validation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06624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706624"/>
            <a:ext cx="164592" cy="713232"/>
          </a:xfrm>
          <a:prstGeom prst="roundRect">
            <a:avLst>
              <a:gd name="adj" fmla="val 44444"/>
            </a:avLst>
          </a:prstGeom>
          <a:solidFill>
            <a:srgbClr val="0F346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798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MLP (Rede Neural)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3072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arquitetura/ativação via GridSearchCV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557016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557016"/>
            <a:ext cx="164592" cy="713232"/>
          </a:xfrm>
          <a:prstGeom prst="roundRect">
            <a:avLst>
              <a:gd name="adj" fmla="val 44444"/>
            </a:avLst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48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Naive Bayes 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3922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gaussiano — MELHOR MODELO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automática: notebook escolhe o modelo com maior acurácia e exporta os artefatos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de Métricas dos Modelos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Naive Bayes obteve as maiores métricas e foi selecionado como modelo final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B — Backend com FastAPI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2296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Endpoints REST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•  GET /info  •  POST /predict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Validação de dados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— garantia de tipo e integridade dos dados de entrada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Artefatos carregados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modelo_final.pkl  •  scaler.pkl  •  metadados.json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7432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Documentação automática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disponível em http://localhost:8000/docs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471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principal: backend/main.py  •  Integração Gemini: backend/gemini_agent.py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B — Agente de IA com Google Gemini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777240"/>
            <a:ext cx="1234440" cy="1234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Configuração do Agente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gemini-2.0-flash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0.3 (respostas factuais)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customizado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retorna resultado bruto se a API falhar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Regras do System Prompt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9204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= estimativa estatística, não diagnóstico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APENAS os dados fornecidos pelo modelo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inventa exames, causas ou tratamentos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em linguagem natural e acessível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07992"/>
            <a:ext cx="8275320" cy="41148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45628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 ▸  Probabilidades  ▸  Valores do paciente  ▸  Métricas do modelo  ▸  Explicação em texto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C — Frontend com Streamlit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7724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07899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078992"/>
            <a:ext cx="128016" cy="1280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1078992"/>
            <a:ext cx="128016" cy="128016"/>
          </a:xfrm>
          <a:prstGeom prst="ellipse">
            <a:avLst/>
          </a:prstGeom>
          <a:solidFill>
            <a:srgbClr val="17A589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— Heart Disease Agent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Agente de Risco Cardíaco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os dados clínicos do paciente: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194560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2402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2560320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6060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926080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9718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3291840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337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cardíaca máx.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37490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767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Analisar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0" y="960120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2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675120" y="10424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intuitivo com todos os dados clínicos necessários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1874520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72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predição bruta do modelo (0 / 1) e probabilidades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35040" y="2788920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722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675120" y="2871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gerada pelo Gemini em linguagem natural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35040" y="3703320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17220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675120" y="37856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a API via POST /predict no backend FastAPI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Divisão de Contribuições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77724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Vanessa da Silva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base de dados e gráficos EDA (Seaborn)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do Naive Bayes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no KNN e MLP — comparação padronizada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comparativa das métricas (acurácia, F1, etc.)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dos quatro algoritmos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 modelo final (notebook)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Carla Cazarotto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com validação Pydantic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API do Gemini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do system prompt do agente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 com a API Gemini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completo em Streamlit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ponta a ponta, README e GitHub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25603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O que foi alcançado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EDA → treino → API → agente →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 avaliados com métricas rigorosas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explicativo com prompt anti-alucinação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funcional e intuitiva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organizado e documentado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Próximos Passos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nuvem (Railway, Render)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modelos (XGBoost, Random Forest)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mobile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6974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Limitações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— não substitui avaliação médica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pequeno (303 registros)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não validado clinicamente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75320" cy="347472"/>
          </a:xfrm>
          <a:prstGeom prst="roundRect">
            <a:avLst>
              <a:gd name="adj" fmla="val 31579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6268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 + IA Generativa podem tornar triagens médicas mais acessíveis e explicáveis"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3200400" y="45720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Obrigada! 🫀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Carla Londero Cazarotto  •  Vanessa da Silva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github.com/anacazarotto/heart_disease_agent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74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 — Kaggle/UCI  •  FastAPI Docs  •  Streamlit Docs  •  Google Gemini API  •  Scikit-learn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Preditivo de Doença Cardíaca</dc:title>
  <dc:subject>PptxGenJS Presentation</dc:subject>
  <dc:creator>PptxGenJS</dc:creator>
  <cp:lastModifiedBy>PptxGenJS</cp:lastModifiedBy>
  <cp:revision>1</cp:revision>
  <dcterms:created xsi:type="dcterms:W3CDTF">2026-06-20T22:01:05Z</dcterms:created>
  <dcterms:modified xsi:type="dcterms:W3CDTF">2026-06-20T22:01:05Z</dcterms:modified>
</cp:coreProperties>
</file>